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6256020" cy="9144000"/>
  <p:notesSz cx="9144000" cy="162560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" y="438912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 · 核心观点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0" y="3840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" y="932688"/>
            <a:ext cx="1362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大纲的核心观点决定整份演示结构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87552" y="1719072"/>
            <a:ext cx="1421892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87552" y="23042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识别标题、段落与视觉对象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87552" y="3730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输入：Markdown 大纲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87552" y="4187952"/>
            <a:ext cx="36576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5129784" y="3063240"/>
            <a:ext cx="40233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5696712" y="23042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96712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5696712" y="33101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合并相关信息并拆分独立观点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96712" y="3730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中间产物：deck plan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96712" y="4187952"/>
            <a:ext cx="36576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838944" y="3063240"/>
            <a:ext cx="402336" cy="0"/>
          </a:xfrm>
          <a:prstGeom prst="line">
            <a:avLst/>
          </a:prstGeom>
          <a:noFill/>
          <a:ln w="19050">
            <a:solidFill>
              <a:srgbClr val="66708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0405872" y="23042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405872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编排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405872" y="3310128"/>
            <a:ext cx="3703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为每个观点选择合适页面范式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405872" y="3730752"/>
            <a:ext cx="3703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输出：可编辑 PPTX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405872" y="4187952"/>
            <a:ext cx="36576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987552" y="7150608"/>
            <a:ext cx="1243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原则：</a:t>
            </a:r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先确定观点</a:t>
            </a:r>
            <a:pPr indent="0" marL="0">
              <a:buNone/>
            </a:pPr>
            <a:r>
              <a:rPr lang="en-US" sz="1700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，再决定页面数量与视觉形式。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87552" y="86685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 · 可编辑版本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4465808" y="86685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01/03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" y="438912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正文 · 信息组织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0" y="3840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" y="932688"/>
            <a:ext cx="1362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每页只围绕一个观点组织信息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87552" y="1719072"/>
            <a:ext cx="1421892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87552" y="239572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页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87552" y="305409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对应一个观点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87552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可选视觉对象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4407408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图片 · 表格 · 图表 · 流程 · 时间线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0" y="2194560"/>
            <a:ext cx="0" cy="4315968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6144768" y="23591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组织方式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44768" y="2944368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标题直接写观点，正文最多保留</a:t>
            </a:r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三组信息</a:t>
            </a:r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144768" y="3675888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视觉形式由信息关系决定，</a:t>
            </a:r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不为装饰而配图</a:t>
            </a:r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44768" y="4681728"/>
            <a:ext cx="7973568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4956048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【待补充】视觉对象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19088" y="5532120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类型：____    标题 / caption：____    来源 / 备注：____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7790688"/>
            <a:ext cx="11155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大纲中的图片、表格、引用和占位符均应保留对应关系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87552" y="86685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 · 可编辑版本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4465808" y="86685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02/03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87552" y="438912"/>
            <a:ext cx="11704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收束 · 结尾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4173200" y="384048"/>
            <a:ext cx="10241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87552" y="932688"/>
            <a:ext cx="1362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结尾回到观点并给出下一步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87552" y="1719072"/>
            <a:ext cx="1421892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87552" y="233172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231343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04688" y="231343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复述整份演示希望受众记住的内容。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1874520" y="2990088"/>
            <a:ext cx="118872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/>
          <p:nvPr/>
        </p:nvSpPr>
        <p:spPr>
          <a:xfrm>
            <a:off x="987552" y="374904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373075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504688" y="373075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保留大纲中已有的行动项与顺序。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874520" y="4407408"/>
            <a:ext cx="118872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87552" y="51663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5148072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待补字段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504688" y="514807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3440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继续显示缺失内容，不用推测替代。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1874520" y="5824728"/>
            <a:ext cx="11887200" cy="0"/>
          </a:xfrm>
          <a:prstGeom prst="line">
            <a:avLst/>
          </a:prstGeom>
          <a:noFill/>
          <a:ln w="12700">
            <a:solidFill>
              <a:srgbClr val="D0D5DD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987552" y="7406640"/>
            <a:ext cx="1252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93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完成标准：页面结构与大纲一致，并在结尾</a:t>
            </a:r>
            <a:pPr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回到观点</a:t>
            </a:r>
            <a:pPr indent="0" marL="0">
              <a:buNone/>
            </a:pPr>
            <a:r>
              <a:rPr lang="en-US" sz="1700" dirty="0">
                <a:solidFill>
                  <a:srgbClr val="1D293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87552" y="866851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演示文稿 · 可编辑版本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465808" y="866851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67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03/03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Outline to PPTX Reference</dc:title>
  <dc:subject>Light academic presentation generated from a Markdown outline</dc:subject>
  <dc:creator>Codex</dc:creator>
  <cp:lastModifiedBy>Codex</cp:lastModifiedBy>
  <cp:revision>1</cp:revision>
  <dcterms:created xsi:type="dcterms:W3CDTF">2026-07-27T13:03:56Z</dcterms:created>
  <dcterms:modified xsi:type="dcterms:W3CDTF">2026-07-27T13:03:56Z</dcterms:modified>
</cp:coreProperties>
</file>