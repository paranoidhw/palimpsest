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685800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多模态稀疏 Attention
与定制 Mask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2496312"/>
            <a:ext cx="6949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C6D6D2"/>
                </a:solidFill>
                <a:latin typeface="Aptos"/>
              </a:rPr>
              <a:t>从论文图示、核心机制到 mask lowering、kernel metadata 与 host-device 数据流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5008" y="3657600"/>
            <a:ext cx="3337560" cy="43891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66175" y="37673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3712464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17212B"/>
                </a:solidFill>
                <a:latin typeface="Aptos"/>
              </a:rPr>
              <a:t>high-resolution VLM token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4315968"/>
            <a:ext cx="3337560" cy="438912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5" y="4425696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4370832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17212B"/>
                </a:solidFill>
                <a:latin typeface="Aptos"/>
              </a:rPr>
              <a:t>two-way stream lowering / special causal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4974336"/>
            <a:ext cx="3337560" cy="438912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508406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502920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17212B"/>
                </a:solidFill>
                <a:latin typeface="Aptos"/>
              </a:rPr>
              <a:t>window, CSR, router, temporal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74980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9BFBA"/>
                </a:solidFill>
                <a:latin typeface="Aptos"/>
              </a:rPr>
              <a:t>10 篇代表工作 | 原论文图已嵌入 | 代码证据与推断严格区分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AB8B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如何读本报告：一张图必须落到一个可执行对象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148840"/>
            <a:ext cx="2487168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任务与 token 拓扑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text / patch / frame / action /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3" y="26883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2148840"/>
            <a:ext cx="2487168" cy="109728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可见性语义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causal / local / anchor /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6883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656" y="2148840"/>
            <a:ext cx="2487168" cy="109728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lowering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varlen call / BlockMask / CSR /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6883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304" y="2148840"/>
            <a:ext cx="2487168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kernel 与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tile traversal / plan / KV / 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每篇均回答：解决什么问题？图中 token/block 是什么？mask 怎样表示？kernel 到底跳过了什么？哪部分只有论文证据？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1208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212080"/>
            <a:ext cx="91440" cy="749808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340096"/>
            <a:ext cx="102961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读图规则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650992"/>
            <a:ext cx="102961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论文图说明算法语义；源码路径说明 runtime 真正接收什么；性能图只能支持其报告设置，不能自动归因给单个 kernel。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领域图谱：mask 不再只是一个 score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353312" cy="7680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581912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规则型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1481328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Causal-rCM / Cosmos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864" y="1481328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block schedule, stream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81328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BlockMask / varlen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86584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86584"/>
            <a:ext cx="1353312" cy="768096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642615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索引型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542032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LVSA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42032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CSR indptr + indices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542032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FlashInfer 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7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7"/>
            <a:ext cx="1353312" cy="768096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703320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选择型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3602735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VMoBA / TSA / VLM FlexAttn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602735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index set + compact QKV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602735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FlashAttention varlen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07992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507992"/>
            <a:ext cx="1353312" cy="7680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764024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替代型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4663440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FrameDiT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4663440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frame-level matrix representation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663440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不生成 token-pair mask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系统趋势：将“可见性”保留为规则、索引或紧凑序列，直到 kernel plan；禁止在模型脚本侧先 materialize L x L。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理解侧：FlexAttention VLM 的高分辨率 token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hierarchical_vlm_selection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0358"/>
            <a:ext cx="6812280" cy="43144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所有 high-resolution patch 与文本一起全注意力，分辨率升高时 decoder 成本失控。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低分辨率/文本先给全局语义；attention map 选出高分辨率区域 token，再进 hierarchical self-attention。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selected indices -&gt; gather high-res feature -&gt; compact attention。具体 CUDA backend 本次未逐行核验，不能把方法名等同 PyTorch FlexAttention。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Paper Fig.2, arXiv:2407.20228; official UMass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统一模型：Cosmos 3 将混合 mask 降低为两个 varlen 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wo_way_attention_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60606"/>
            <a:ext cx="6812280" cy="42739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reasoner 必须 causal 且不受 noisy generator 污染；generator 又必须读同样本 reasoner + 自身 token。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reasoner: causal self-attention；generator: bidirectional attention over [reasoner, generator]。按 sample 打包，避免跨样本 read。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先 semantic lowering 为 causal/full 两次调用。论文材料报告相对 FlexAttention baseline 的 Nano training throughput +22%，Hopper FA3、GB200 NATTEN/CUTLASS。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Cosmos 3 local source: two-way attention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流式世界模型：Causal-rCM 的 special causal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causal_training_paradigms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001"/>
            <a:ext cx="6812280" cy="29731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AR diffusion 的 TF 需要 clean history + noisy target；SF 又需 self-generated rollout 与 KV cache。普通三角 causal mask 不够。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图中 TF / DF / SF 区分 clean、noisy、self-generated history；noisy block 只读允许的 clean history 与自身 block。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BlockPattern + AttnMaskSpec -&gt; Flex BlockMask / range metadata；同一 mask 进入 primal 和 JVP Triton kernel。Magi backward 限制需单独核验。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Causal-rCM Fig.3; code commit ed3cb14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长视频：LVSA 用 window + rotating anchors 保持稀疏预算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expanded_window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89" y="1234440"/>
            <a:ext cx="60705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固定 window 会漏长程依赖；window 与 global anchor 重叠又浪费固定 attention budget。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expanded local window 与 periodic global frames 构成 A(t)=G union W(t)，每个 query frame 近似保持相同 attended set 大小。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frame-block CSR int32 indptr/indices；FlashInfer BlockSparseAttentionWrapper 跳过未列 tile。CPU planner 留 metadata 在 host，并非 GPU kernel 直接读 CPU RAM。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LVSA Fig.1; code commit 1ebcc92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学习式 block router：VMoBA 的 partition -&gt; select -&gt; varlen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vmoba_pipeline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834"/>
            <a:ext cx="6812280" cy="41554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一维均匀 MoBA block 与视频 temporal/spatial/3D 邻域不匹配；固定 top-k 也浪费异质 head 预算。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recurrent 1D/2D/3D partition，mean key 产生 block score；global/threshold selection 后仅在选中 blocks attention。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GPU gate + topk/threshold -&gt; nonzero -&gt; gather QKV -&gt; cu_seqlens -&gt; FlashAttention varlen。控制面为 gate/sort/pack/LSE，不传 CSR 或 pair-mask。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VMoBA Fig.2; code commit 48aaccd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动态控制面：HASTE 的 mask reuse 与 head-wise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tmr_ebc_framework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0240"/>
            <a:ext cx="6812280" cy="39346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Video DiT 要多 step denoise；逐 head、逐 step 重算 sparse mask 可能吃掉 attention 节省，统一 threshold 又不公平。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TMR 用 Q/K drift 判断每个 head 复用还是刷新 cached descriptor；EBC 用离线 error curve 分配 head-specific threshold。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应缓存 sparse descriptor，而非 N x N mask。官方代码未取得，CSR/BlockMask/host-device placement 不可断言；机制与结果为 PDF-only。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HASTE Fig.4, arXiv:2605.14513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17212B"/>
                </a:solidFill>
                <a:latin typeface="Aptos Display"/>
              </a:rPr>
              <a:t>Training-free 视频：Sparse VideoGen 的 spatial / temporal head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svg_workflow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4380"/>
            <a:ext cx="6812280" cy="31063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Video DiT 3D full attention 成为主成本；直接移植 LLM mask 会丢 temporal dependency。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sampled rows 对 spatial / temporal / full attention 做 MSE 近似，按 head dispatch 到专用 pattern。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关键不只是找 pattern：temporal slash 必须 layout transform 才能有 coalesced tile access。论文称 Triton/FlashInfer prototype，具体 metadata 本次未有源码核验。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Sparse VideoGen Fig.4, arXiv:2502.01776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7212B"/>
                </a:solidFill>
                <a:latin typeface="Aptos Display"/>
              </a:rPr>
              <a:t>Token Sparse Attention：保留 selector 灵活性，复用成熟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compress_attention_scatter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8355"/>
            <a:ext cx="6812280" cy="28384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 sparse 粒度高效但 token importance 随 layer/head 变化；永久 drop token 会妨碍后续层重新选择。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per-head select token subset；compress Q/K/V；在 compact tensors attention；scatter output back 后叠加 residual。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kernel 只见连续 compact QKV，可复用 FlashAttention；真实成本为 selector + gather/contiguous + scatter。实现细节为 PDF-only。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Token Sparse Attention Fig.3, arXiv:2602.03216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7212B"/>
                </a:solidFill>
                <a:latin typeface="Aptos Display"/>
              </a:rPr>
              <a:t>长上下文桥接：MInference 的 pattern-aware index 与 kernel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sparse_patterns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2587"/>
            <a:ext cx="6812280" cy="36899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prefill attention 延迟主导；固定 top-k index 跨 prompt recall 显著下降。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离线给 head 选 A-shape / vertical-slash / block-sparse family；在线建立具体 ranges/columns/blocks。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pattern-specific index 交给 PIT/Triton/FlashAttention 类 kernel。迁移到 video 必须改为双向时空 pattern，并处理每 step 的 planner 成本。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MInference Fig.3, NeurIPS 2024 Spotlight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7212B"/>
                </a:solidFill>
                <a:latin typeface="Aptos Display"/>
              </a:rPr>
              <a:t>架构替代：FrameDiT 以 matrix attention 改变 temporal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matrix_attention_architecture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5620"/>
            <a:ext cx="6812280" cy="4183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full 3D attention 表达强但昂贵；local factorized attention 便宜却错过大运动。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以 frame matrix 为对象做 temporal Matrix Attention，Global-Local hybrid 保留局部路径，不再构造原 token-pair temporal mask。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公开代码仍把 2D mask 转为 -10000 dense bias 并 broadcast；论文算法收益不自动等于 custom sparse kernel。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FrameDiT Fig.1, CVPR 2026 Findings; code commit 359bd12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两条“真正下沉到 runtime”的路径：规则与 CSR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40680" cy="3401568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recipe_comparison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2688"/>
            <a:ext cx="5440680" cy="26050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6208" y="1234440"/>
            <a:ext cx="5440680" cy="3401568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wall_time_scaling_ca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80794"/>
            <a:ext cx="5440680" cy="2308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828032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28032"/>
            <a:ext cx="91440" cy="932688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956048"/>
            <a:ext cx="47640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Causal-rCM：规则型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266944"/>
            <a:ext cx="476402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BlockPattern 让 kernel/BlockMask 按 block id 判定 visibility；同一规则覆盖 TF、JVP、cache。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28032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4828032"/>
            <a:ext cx="91440" cy="9326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956048"/>
            <a:ext cx="47640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LVSA：索引型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5266944"/>
            <a:ext cx="476402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CSR 与 compact layout 交给 FlashInfer planning；图表说明长 horizon/80GB 情况，但不可跨模型横比。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Causal-rCM Fig.4; LVSA Fig.4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定制 mask 的四种表达：什么能真正跳过 tile？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2336" y="1325880"/>
            <a:ext cx="2633472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Rule / BlockMask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block id, window, stream,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Causal-rCM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kernel/compiler 可判定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成本：规则须 block-aligned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0128" y="1325880"/>
            <a:ext cx="2633472" cy="475488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CSR / page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indptr, indices, page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LVSA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scheduler 只遍历 nnz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成本：plan / locality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325880"/>
            <a:ext cx="2633472" cy="475488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Selected segments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indices, cu_seqlens, compact QKV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VMoBA / TSA / VLM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标准 varlen 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成本：pack/unpack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2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5712" y="1325880"/>
            <a:ext cx="2633472" cy="475488"/>
          </a:xfrm>
          <a:prstGeom prst="roundRect">
            <a:avLst/>
          </a:prstGeom>
          <a:solidFill>
            <a:srgbClr val="8C9A9C"/>
          </a:solidFill>
          <a:ln>
            <a:solidFill>
              <a:srgbClr val="8C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Dense bias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bool / -inf score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FrameDiT public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通常不跳 tile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成本：L² / dense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Cross-paper implementation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7212B"/>
                </a:solidFill>
                <a:latin typeface="Aptos Display"/>
              </a:rPr>
              <a:t>长序列 host-device 数据流：传 metadata，不传 dense pair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340864" cy="12344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CPU static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geometry / cache
CSR int32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242316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65960"/>
            <a:ext cx="2340864" cy="1234440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GPU dynamic 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Q/K drift / top-k
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2316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65960"/>
            <a:ext cx="2340864" cy="1234440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Plan /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page plan / compact QKV
cu_seqlens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42316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1965960"/>
            <a:ext cx="2340864" cy="12344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Attention 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only nnz tiles /
compact sequence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690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4069080"/>
            <a:ext cx="91440" cy="9601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197096"/>
            <a:ext cx="4901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允许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507992"/>
            <a:ext cx="490118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2616B"/>
                </a:solidFill>
                <a:latin typeface="Aptos"/>
              </a:rPr>
              <a:t>静态 window/anchor：CPU 一次性 CSR、pinned metadata、FlashInfer plan；每 request 的 page list 也可由 host scheduler 供给。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0690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069080"/>
            <a:ext cx="91440" cy="960120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4197096"/>
            <a:ext cx="4901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禁止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507992"/>
            <a:ext cx="490118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CPU 生成 L x L bool/fp16 mask 再拷 GPU。64K 单 bool mask 已 4GiB；per-step top-k CPU 往返还会同步 pipeline。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Direct code evidence: LVSA sparse_attention.py:275-304, 598-607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建议的实现边界：先 lowering，再选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594360"/>
          </a:xfrm>
          <a:prstGeom prst="roundRect">
            <a:avLst/>
          </a:prstGeom>
          <a:solidFill>
            <a:srgbClr val="17212B"/>
          </a:solidFill>
          <a:ln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8"/>
            <a:ext cx="10515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MaskSemantics: stream partition + temporal geometry + dynamic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A. rectangles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split into causal/full varlen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7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B. regular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7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BlockMask / predicate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C. explicit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CSR/page metadata +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D. dynamic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gather + compact varlen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050791"/>
            <a:ext cx="100584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Consolas"/>
              </a:rPr>
              <a:t>build_attention_plan(spec, qkv_layout, device) -&gt; Plan
attention_run(q, k, v, Plan) -&gt;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074920"/>
            <a:ext cx="10424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074920"/>
            <a:ext cx="91440" cy="685800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202936"/>
            <a:ext cx="101132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评测公式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513831"/>
            <a:ext cx="1011326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Ttotal = Tselect + Tmetadata + TH2D/plan + Tpack + Tattn + Tunpack。只报 attention FLOPs 会遗漏控制面和数据搬运。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结论：让 mask 的语义在正确层级消失或变小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7C8C4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35607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80744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能拆就拆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26464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双流 / 矩形可见性 -&gt; causal/full varlen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475488" cy="475488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68296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需稀疏就索引化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14016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window/anchor -&gt; CSR / BlockMask / page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475488" cy="475488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10712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55848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需动态就紧凑化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01568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router/selector -&gt; GPU indices + compact QKV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88536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398264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43400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控制面也是性能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389120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planner、H2D、top-k、pack/unpack 必须和 attention 同测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12648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9BFBA"/>
                </a:solidFill>
                <a:latin typeface="Aptos"/>
              </a:rPr>
              <a:t>正式入口：README -&gt; Survey -&gt; 10 篇 Paper -&gt; Figure inventory -&gt; PPT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AB8B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多模态稀疏 Attention 与定制 Mask Kernel 调研</dc:title>
  <dc:subject>图文精读与内核设计评审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